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1325880"/>
          </a:xfrm>
          <a:prstGeom prst="roundRect">
            <a:avLst/>
          </a:prstGeom>
          <a:solidFill>
            <a:srgbClr val="12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3533120" cy="53035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</a:defRPr>
            </a:pPr>
            <a:r>
              <a:t>BIOFUEL HEALTH INDEX &amp; COMMINGLING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3350240" cy="329184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1E7EB"/>
                </a:solidFill>
              </a:defRPr>
            </a:pPr>
            <a:r>
              <a:t>Engineering proof of concept • P Saashkintan • SIT / PSA Marine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4343400" cy="5321808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4343400" cy="5321808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0" y="1554480"/>
            <a:ext cx="4343400" cy="5321808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73936"/>
            <a:ext cx="3840480" cy="34747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C"/>
                </a:solidFill>
              </a:defRPr>
            </a:pPr>
            <a:r>
              <a:t>01  PROBLEM &amp;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67712"/>
            <a:ext cx="3794760" cy="33832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Biofuel quality can change during storage and handling. Repeated topping-up complicates tracking of residual fuel history.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Aim: develop a transparent Python tool that combines fuel-quality indicators with recursive effective-age bookkeeping.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1773936"/>
            <a:ext cx="3840480" cy="34747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C"/>
                </a:solidFill>
              </a:defRPr>
            </a:pPr>
            <a:r>
              <a:t>02  ENGINEERING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384" y="2267712"/>
            <a:ext cx="3794760" cy="3931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Literature-informed hazard identification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FMEA: six illustrative failure modes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MCDA: editable parameter ratings and weights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BHI: water + TAN + oxidation stability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Separate reference-limit breach check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• Recursive volume-weighted fuel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0384" y="1773936"/>
            <a:ext cx="3794760" cy="34747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C"/>
                </a:solidFill>
              </a:defRPr>
            </a:pPr>
            <a:r>
              <a:t>03  TESTING &amp;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0384" y="2267712"/>
            <a:ext cx="3776472" cy="40690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16 / 16 Python tests passed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Illustrative age example: 6.0 days after replacing 800 L of 1,000 L.</a:t>
            </a: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1E2B36"/>
                </a:solidFill>
              </a:defRPr>
            </a:pPr>
            <a:r>
              <a:t>No operational fuel samples. FMEA and MCDA ratings and BHI penalties are provisional. No fuel safety certification is implied.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7022592"/>
            <a:ext cx="13487400" cy="566928"/>
          </a:xfrm>
          <a:prstGeom prst="roundRect">
            <a:avLst/>
          </a:prstGeom>
          <a:solidFill>
            <a:srgbClr val="12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7150608"/>
            <a:ext cx="13075920" cy="3200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</a:defRPr>
            </a:pPr>
            <a:r>
              <a:t>NEXT: supervisor review → verified fuel-grade limits → laboratory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7735824"/>
            <a:ext cx="13395960" cy="29260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86876"/>
                </a:solidFill>
              </a:defRPr>
            </a:pPr>
            <a:r>
              <a:t>Sources: McCormick &amp; Moriarty (NREL, 2023); ISO 8217:2024; MPA Singapore biofuel bunkering guidance; IEC 60812:2018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